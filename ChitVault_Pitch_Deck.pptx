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ChitChain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Trustless Group Savings, Powered by Stellar</a:t>
            </a:r>
          </a:p>
          <a:p>
            <a:r>
              <a:t>Level 5 - Blue Belt Submission</a:t>
            </a:r>
          </a:p>
          <a:p>
            <a:r>
              <a:t>Team: Sonu Kushwaha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Flaw in Informal 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Millions in emerging markets rely on rotating savings groups (Chit Funds, Tandas).</a:t>
            </a:r>
          </a:p>
          <a:p>
            <a:pPr/>
            <a:r>
              <a:t>The Problem: They depend entirely on a trusted central organizer.</a:t>
            </a:r>
          </a:p>
          <a:p>
            <a:pPr/>
            <a:r>
              <a:t>The Result: High risk of fraud, organizer disappearing with funds, lack of transparency, and frequent disputes.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ChitChain: Code is the Organizer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smart-contract-enforced chit fund built on Stellar Soroban.</a:t>
            </a:r>
          </a:p>
          <a:p>
            <a:pPr/>
            <a:r>
              <a:t>Zero Trust Required: No central organizer. Code escrows and disburses funds automatically.</a:t>
            </a:r>
          </a:p>
          <a:p>
            <a:pPr/>
            <a:r>
              <a:t>Key Features: Create/join groups, secure escrowed contributions, automated rotation-based payouts, and 100% transparent on-chain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Stellar fits the $10 Billion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Size: The informal chit fund sector handles ~$10B+ annually in India alone.</a:t>
            </a:r>
          </a:p>
          <a:p>
            <a:pPr/>
            <a:r>
              <a:t>Micro-Savings Viability: Stellar's low fees and 5-second finality make frequent small-value contributions viable.</a:t>
            </a:r>
          </a:p>
          <a:p>
            <a:pPr/>
            <a:r>
              <a:t>Real-World Access: Stellar Anchors provide the critical fiat on/off ramps needed for non-crypto-native, underbanked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Simple, Secure, Scalable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+ Vite (Fast, responsive UI)</a:t>
            </a:r>
          </a:p>
          <a:p>
            <a:pPr/>
            <a:r>
              <a:t>Wallet Auth: StellarWalletsKit (Freighter)</a:t>
            </a:r>
          </a:p>
          <a:p>
            <a:pPr/>
            <a:r>
              <a:t>Logic layer: Soroban Smart Contracts (Handles Escrow + Payouts)</a:t>
            </a:r>
          </a:p>
          <a:p>
            <a:pPr/>
            <a:r>
              <a:t>Network: Stellar Testnet</a:t>
            </a:r>
          </a:p>
          <a:p>
            <a:pPr/>
            <a:r>
              <a:t>Monitoring: PostHog (Analytics) &amp; Sentry (Error Tracking)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Traction: Real Users, Real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75+ Real Testnet Users Onboarded</a:t>
            </a:r>
          </a:p>
          <a:p>
            <a:pPr/>
            <a:r>
              <a:t>80+ Real On-Chain Contributions Processed</a:t>
            </a:r>
          </a:p>
          <a:p>
            <a:pPr/>
            <a:r>
              <a:t>4.8/5 Average User Satisfaction Score</a:t>
            </a:r>
          </a:p>
          <a:p>
            <a:pPr/>
            <a:r>
              <a:t>"It is so simple to use! I loved the confetti on payout!" — Swety (Early User)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Listening to the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Feedback: "Onboarding is confusing; it's hard to see who is in a group before connecting my wallet."</a:t>
            </a:r>
          </a:p>
          <a:p>
            <a:pPr/>
            <a:r>
              <a:t>Level 5 Action: We implemented a guided first-time walkthrough and a public "Preview Mode" for groups.</a:t>
            </a:r>
          </a:p>
          <a:p>
            <a:pPr/>
            <a:r>
              <a:t>Result: Reduced friction and faster first-contribution 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Reaching the Next 500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Community Partnerships: Collaborating with RiseIn, local Self-Help Groups (SHGs), and university dev clubs.</a:t>
            </a:r>
          </a:p>
          <a:p>
            <a:pPr/>
            <a:r>
              <a:t>Incentives: Referral rewards for group creators.</a:t>
            </a:r>
          </a:p>
          <a:p>
            <a:pPr/>
            <a:r>
              <a:t>Accessibility: Integrating direct Stellar Anchors (fiat gateways) so users can onboard with local currency (INR).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Road to Mainnet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Q3: Anchor integration for seamless INR on/off ramps.</a:t>
            </a:r>
          </a:p>
          <a:p>
            <a:pPr/>
            <a:r>
              <a:t>Q4: Multi-group tracking and implementing a penalty/insurance pool for missed payments.</a:t>
            </a:r>
          </a:p>
          <a:p>
            <a:pPr/>
            <a:r>
              <a:t>Next Year: Stellar Mainnet Launch &amp; formal pilot with local community savings networks.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the ChitChain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Ask: Seeking ecosystem mentorship and pilot partnerships to test with real-world unbanked communities.</a:t>
            </a:r>
          </a:p>
          <a:p>
            <a:pPr/>
            <a:r>
              <a:t>Live Demo: https://chit-chain-r1-23lx.vercel.app</a:t>
            </a:r>
          </a:p>
          <a:p>
            <a:pPr/>
            <a:r>
              <a:t>Demo Video: https://photos.app.goo.gl/LrKSXftgvGz5gC2a8</a:t>
            </a:r>
          </a:p>
          <a:p>
            <a:pPr/>
            <a:r>
              <a:t>Contract ID: CAM2SW6NSRA2CXP34H5G6Y2EIUOYENP3NAYAD76X3ZHG72NUJO63XPAP</a:t>
            </a:r>
          </a:p>
          <a:p>
            <a:pPr/>
            <a:r>
              <a:t>Contact: https://github.com/KushwahaSonu76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